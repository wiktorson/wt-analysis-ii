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60" r:id="rId3"/>
    <p:sldId id="258" r:id="rId4"/>
    <p:sldId id="259" r:id="rId5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91024" autoAdjust="0"/>
  </p:normalViewPr>
  <p:slideViewPr>
    <p:cSldViewPr snapToGrid="0">
      <p:cViewPr varScale="1">
        <p:scale>
          <a:sx n="106" d="100"/>
          <a:sy n="106" d="100"/>
        </p:scale>
        <p:origin x="7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14.01.2026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535750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14.01.2026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67631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14.01.2026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4812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14.01.2026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3725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14.01.2026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10519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14.01.2026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402900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14.01.2026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46915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14.01.2026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60357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14.01.2026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15229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14.01.2026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38911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A424-0F7B-4A4B-BF6E-53C325153F4C}" type="datetimeFigureOut">
              <a:rPr lang="pl-PL" smtClean="0"/>
              <a:t>14.01.2026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02071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4FA424-0F7B-4A4B-BF6E-53C325153F4C}" type="datetimeFigureOut">
              <a:rPr lang="pl-PL" smtClean="0"/>
              <a:t>14.01.2026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051566-79E3-4D48-89E8-EB1F4C727778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52288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5480" y="2055136"/>
            <a:ext cx="11131831" cy="2683515"/>
          </a:xfrm>
        </p:spPr>
        <p:txBody>
          <a:bodyPr>
            <a:normAutofit/>
          </a:bodyPr>
          <a:lstStyle/>
          <a:p>
            <a:r>
              <a:rPr lang="pl-PL" dirty="0" smtClean="0"/>
              <a:t>Performance of the new LEP system</a:t>
            </a:r>
            <a:endParaRPr lang="pl-PL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12317" y="5196690"/>
            <a:ext cx="4001632" cy="1113575"/>
          </a:xfrm>
        </p:spPr>
        <p:txBody>
          <a:bodyPr>
            <a:normAutofit/>
          </a:bodyPr>
          <a:lstStyle/>
          <a:p>
            <a:r>
              <a:rPr lang="pl-PL" dirty="0" smtClean="0"/>
              <a:t>Wiktor Buchholz,</a:t>
            </a:r>
          </a:p>
          <a:p>
            <a:r>
              <a:rPr lang="pl-PL" dirty="0" smtClean="0"/>
              <a:t>December 2025</a:t>
            </a:r>
          </a:p>
          <a:p>
            <a:endParaRPr lang="pl-PL" dirty="0"/>
          </a:p>
        </p:txBody>
      </p:sp>
      <p:sp>
        <p:nvSpPr>
          <p:cNvPr id="4" name="Rectangle 3"/>
          <p:cNvSpPr/>
          <p:nvPr/>
        </p:nvSpPr>
        <p:spPr>
          <a:xfrm>
            <a:off x="6131592" y="0"/>
            <a:ext cx="543571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l-PL" sz="5400" dirty="0" smtClean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Preliminary </a:t>
            </a:r>
            <a:r>
              <a:rPr lang="en-GB" sz="5400" dirty="0" smtClean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results</a:t>
            </a:r>
            <a:endParaRPr lang="en-GB" sz="540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03335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smtClean="0"/>
              <a:t>Data filtering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72248" y="1428138"/>
            <a:ext cx="4842546" cy="3813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055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50" y="2208412"/>
            <a:ext cx="11250439" cy="3573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687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6242" y="0"/>
            <a:ext cx="6837028" cy="685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621" y="1231271"/>
            <a:ext cx="44361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smtClean="0"/>
              <a:t>Ostania paczka danych, tj od 09 -12 brak danych o wyprodukowanej energii</a:t>
            </a:r>
            <a:endParaRPr lang="en-GB" dirty="0"/>
          </a:p>
        </p:txBody>
      </p:sp>
      <p:sp>
        <p:nvSpPr>
          <p:cNvPr id="8" name="Oval 7"/>
          <p:cNvSpPr/>
          <p:nvPr/>
        </p:nvSpPr>
        <p:spPr>
          <a:xfrm>
            <a:off x="11461008" y="2399168"/>
            <a:ext cx="552262" cy="30781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4381877" y="1554436"/>
            <a:ext cx="7079131" cy="8447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69064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1236</TotalTime>
  <Words>29</Words>
  <Application>Microsoft Office PowerPoint</Application>
  <PresentationFormat>Widescreen</PresentationFormat>
  <Paragraphs>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Performance of the new LEP system</vt:lpstr>
      <vt:lpstr>Data filtering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Side-by-Side analysis Impact of the new LEP system</dc:title>
  <dc:creator>Microsoft account</dc:creator>
  <cp:lastModifiedBy>Microsoft account</cp:lastModifiedBy>
  <cp:revision>70</cp:revision>
  <dcterms:created xsi:type="dcterms:W3CDTF">2024-12-14T14:25:48Z</dcterms:created>
  <dcterms:modified xsi:type="dcterms:W3CDTF">2026-01-14T21:34:24Z</dcterms:modified>
</cp:coreProperties>
</file>
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1024" autoAdjust="0"/>
  </p:normalViewPr>
  <p:slideViewPr>
    <p:cSldViewPr snapToGrid="0">
      <p:cViewPr varScale="1">
        <p:scale>
          <a:sx n="106" d="100"/>
          <a:sy n="106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763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481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725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051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29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691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035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52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891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207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FA424-0F7B-4A4B-BF6E-53C325153F4C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228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480" y="2055136"/>
            <a:ext cx="11131831" cy="2683515"/>
          </a:xfrm>
        </p:spPr>
        <p:txBody>
          <a:bodyPr>
            <a:normAutofit/>
          </a:bodyPr>
          <a:lstStyle/>
          <a:p>
            <a:r>
              <a:rPr lang="pl-PL" dirty="0" smtClean="0"/>
              <a:t>Performance of the new LEP system</a:t>
            </a:r>
            <a:endParaRPr lang="pl-P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2317" y="5196690"/>
            <a:ext cx="4001632" cy="1113575"/>
          </a:xfrm>
        </p:spPr>
        <p:txBody>
          <a:bodyPr>
            <a:normAutofit/>
          </a:bodyPr>
          <a:lstStyle/>
          <a:p>
            <a:r>
              <a:rPr lang="pl-PL" dirty="0" smtClean="0"/>
              <a:t>Wiktor Buchholz,</a:t>
            </a:r>
          </a:p>
          <a:p>
            <a:r>
              <a:rPr lang="pl-PL" dirty="0" smtClean="0"/>
              <a:t>December 2025</a:t>
            </a:r>
          </a:p>
          <a:p>
            <a:endParaRPr lang="pl-PL" dirty="0"/>
          </a:p>
        </p:txBody>
      </p:sp>
      <p:sp>
        <p:nvSpPr>
          <p:cNvPr id="4" name="Rectangle 3"/>
          <p:cNvSpPr/>
          <p:nvPr/>
        </p:nvSpPr>
        <p:spPr>
          <a:xfrm>
            <a:off x="6131592" y="0"/>
            <a:ext cx="54357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54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Preliminary </a:t>
            </a:r>
            <a:r>
              <a:rPr lang="en-GB" sz="54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GB" sz="5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333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Data filtering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2248" y="1428138"/>
            <a:ext cx="4842546" cy="381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50" y="2208412"/>
            <a:ext cx="11250439" cy="357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8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00" y="1657350"/>
            <a:ext cx="8248650" cy="52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32216" y="494778"/>
            <a:ext cx="443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Ostania paczka danych, tj od 09 -12 brak danych o wyprodukowanej </a:t>
            </a:r>
            <a:r>
              <a:rPr lang="pl-PL" dirty="0" smtClean="0"/>
              <a:t>energii na WTG15 </a:t>
            </a:r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11316152" y="1976802"/>
            <a:ext cx="552262" cy="3078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0746465" y="1141109"/>
            <a:ext cx="777918" cy="7887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0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11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</TotalTime>
  <Words>31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Performance of the new LEP system</vt:lpstr>
      <vt:lpstr>Data filtering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Side-by-Side analysis Impact of the new LEP system</dc:title>
  <dc:creator>Microsoft account</dc:creator>
  <cp:lastModifiedBy>Microsoft account</cp:lastModifiedBy>
  <cp:revision>73</cp:revision>
  <dcterms:created xsi:type="dcterms:W3CDTF">2024-12-14T14:25:48Z</dcterms:created>
  <dcterms:modified xsi:type="dcterms:W3CDTF">2026-01-14T21:53:08Z</dcterms:modified>
</cp:coreProperties>
</file>
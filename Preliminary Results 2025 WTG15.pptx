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1024" autoAdjust="0"/>
  </p:normalViewPr>
  <p:slideViewPr>
    <p:cSldViewPr snapToGrid="0">
      <p:cViewPr varScale="1">
        <p:scale>
          <a:sx n="106" d="100"/>
          <a:sy n="106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763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481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725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051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29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691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035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52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891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207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FA424-0F7B-4A4B-BF6E-53C325153F4C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51566-79E3-4D48-89E8-EB1F4C72777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228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480" y="2055136"/>
            <a:ext cx="11131831" cy="2683515"/>
          </a:xfrm>
        </p:spPr>
        <p:txBody>
          <a:bodyPr>
            <a:normAutofit/>
          </a:bodyPr>
          <a:lstStyle/>
          <a:p>
            <a:r>
              <a:rPr lang="pl-PL" dirty="0" smtClean="0"/>
              <a:t>Performance of the new LEP system on WTG15</a:t>
            </a:r>
            <a:endParaRPr lang="pl-P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2317" y="5196690"/>
            <a:ext cx="4001632" cy="1113575"/>
          </a:xfrm>
        </p:spPr>
        <p:txBody>
          <a:bodyPr>
            <a:normAutofit/>
          </a:bodyPr>
          <a:lstStyle/>
          <a:p>
            <a:r>
              <a:rPr lang="pl-PL" dirty="0" smtClean="0"/>
              <a:t>Wiktor Buchholz &amp; Naviga</a:t>
            </a:r>
          </a:p>
          <a:p>
            <a:r>
              <a:rPr lang="pl-PL" dirty="0" smtClean="0"/>
              <a:t>January 2026</a:t>
            </a:r>
          </a:p>
          <a:p>
            <a:endParaRPr lang="pl-PL" dirty="0"/>
          </a:p>
        </p:txBody>
      </p:sp>
      <p:sp>
        <p:nvSpPr>
          <p:cNvPr id="4" name="Rectangle 3"/>
          <p:cNvSpPr/>
          <p:nvPr/>
        </p:nvSpPr>
        <p:spPr>
          <a:xfrm>
            <a:off x="6131592" y="0"/>
            <a:ext cx="54357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54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Preliminary </a:t>
            </a:r>
            <a:r>
              <a:rPr lang="en-GB" sz="54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GB" sz="5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333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Data filtering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3007" y="1593757"/>
            <a:ext cx="4842546" cy="38138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9" y="2651760"/>
            <a:ext cx="35295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Tak jak poprzednio użyłem pokazanego obszaru, żeby pozbyć się niewłaściwych pomiarów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Obszar ten obejmuje też wszystkie moce </a:t>
            </a:r>
            <a:r>
              <a:rPr lang="pl-PL" dirty="0" smtClean="0"/>
              <a:t>negatywne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Punkty tworzące tę figure podane są poniżej</a:t>
            </a:r>
            <a:endParaRPr lang="pl-PL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639777" y="5881013"/>
            <a:ext cx="9228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 smtClean="0"/>
              <a:t>x_points</a:t>
            </a:r>
            <a:r>
              <a:rPr lang="en-GB" dirty="0" smtClean="0"/>
              <a:t> </a:t>
            </a:r>
            <a:r>
              <a:rPr lang="en-GB" dirty="0"/>
              <a:t>= [0, 6, 10,   16.5,                50,                50,       </a:t>
            </a:r>
            <a:r>
              <a:rPr lang="en-GB" dirty="0" smtClean="0"/>
              <a:t>50]</a:t>
            </a:r>
            <a:endParaRPr lang="pl-PL" dirty="0" smtClean="0"/>
          </a:p>
          <a:p>
            <a:r>
              <a:rPr lang="en-GB" dirty="0" err="1" smtClean="0"/>
              <a:t>y_points</a:t>
            </a:r>
            <a:r>
              <a:rPr lang="en-GB" dirty="0" smtClean="0"/>
              <a:t> </a:t>
            </a:r>
            <a:r>
              <a:rPr lang="en-GB" dirty="0"/>
              <a:t>= [0, 0, 500,  </a:t>
            </a:r>
            <a:r>
              <a:rPr lang="en-GB" dirty="0" err="1"/>
              <a:t>max_curve_height</a:t>
            </a:r>
            <a:r>
              <a:rPr lang="en-GB" dirty="0"/>
              <a:t>,   </a:t>
            </a:r>
            <a:r>
              <a:rPr lang="en-GB" dirty="0" err="1"/>
              <a:t>max_curve_height</a:t>
            </a:r>
            <a:r>
              <a:rPr lang="en-GB" dirty="0"/>
              <a:t>,   0,       0]</a:t>
            </a:r>
          </a:p>
        </p:txBody>
      </p:sp>
    </p:spTree>
    <p:extLst>
      <p:ext uri="{BB962C8B-B14F-4D97-AF65-F5344CB8AC3E}">
        <p14:creationId xmlns:p14="http://schemas.microsoft.com/office/powerpoint/2010/main" val="26010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50" y="2208412"/>
            <a:ext cx="11250439" cy="3573134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 smtClean="0"/>
              <a:t>Pomiary po filtrowaniu</a:t>
            </a:r>
            <a:br>
              <a:rPr lang="pl-PL" dirty="0" smtClean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568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00" y="1657350"/>
            <a:ext cx="8248650" cy="52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976802"/>
            <a:ext cx="3741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Ostania paczka danych, tj od 09 -12 brak danych o wyprodukowanej energii (kolumna </a:t>
            </a:r>
            <a:r>
              <a:rPr lang="en-GB" dirty="0"/>
              <a:t>'</a:t>
            </a:r>
            <a:r>
              <a:rPr lang="en-GB" dirty="0" err="1"/>
              <a:t>Wyprodukowana</a:t>
            </a:r>
            <a:r>
              <a:rPr lang="en-GB" dirty="0"/>
              <a:t> </a:t>
            </a:r>
            <a:r>
              <a:rPr lang="en-GB" dirty="0" err="1"/>
              <a:t>Energia</a:t>
            </a:r>
            <a:r>
              <a:rPr lang="en-GB" dirty="0"/>
              <a:t> [MWh</a:t>
            </a:r>
            <a:r>
              <a:rPr lang="en-GB" dirty="0" smtClean="0"/>
              <a:t>]</a:t>
            </a:r>
            <a:r>
              <a:rPr lang="pl-PL" dirty="0" smtClean="0"/>
              <a:t>’) na WTG15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Dobrze by było, żebysmy mieli dane ze wszystkich turbin, wtedy mogę wyliczyć zależnosc wyprodukowanej energii na WTG15 w zależności od wyprodukowanej energi turbiny referencyjnej, byłby to dodatkowy test do prezentowanych na kolejnych slajdach krzywych mocy</a:t>
            </a:r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11256264" y="1976802"/>
            <a:ext cx="612150" cy="3078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>
            <a:endCxn id="8" idx="1"/>
          </p:cNvCxnSpPr>
          <p:nvPr/>
        </p:nvCxnSpPr>
        <p:spPr>
          <a:xfrm flipV="1">
            <a:off x="3710300" y="2021881"/>
            <a:ext cx="7635611" cy="5658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 smtClean="0"/>
              <a:t>Wyprodukowana moc</a:t>
            </a:r>
            <a:br>
              <a:rPr lang="pl-PL" dirty="0" smtClean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90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Krzywa mocy </a:t>
            </a:r>
            <a:br>
              <a:rPr lang="pl-PL" dirty="0" smtClean="0"/>
            </a:b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46495" y="1536192"/>
            <a:ext cx="34762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Porównałem 3 różne metody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Najlepsze są IEC i logistic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 smtClean="0"/>
              <a:t>IEC (</a:t>
            </a:r>
            <a:r>
              <a:rPr lang="en-GB" dirty="0"/>
              <a:t>IEC </a:t>
            </a:r>
            <a:r>
              <a:rPr lang="en-GB" dirty="0" smtClean="0"/>
              <a:t>61400‑12‑1</a:t>
            </a:r>
            <a:r>
              <a:rPr lang="pl-PL" dirty="0" smtClean="0"/>
              <a:t>) polega na pogrupowaniu predkosci wiatrów co 0.5m/s i wzięcie średniej mocy w każdej grupie, następnie wyznaczone punkty są łączone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 smtClean="0"/>
              <a:t>Logistic polega na dopasowaniu współczynników funkcji logistycznej tak, żeby zminimalizować błąd między modelem a danymi pomiarowymi. Funkcja ma kształt litery S i dobrze pasuje do naszego zagadnienia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1160972"/>
            <a:ext cx="8269224" cy="3004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4751644"/>
            <a:ext cx="2901505" cy="19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1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977961"/>
            <a:ext cx="11306175" cy="465772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 smtClean="0"/>
              <a:t>Model IEC wraz z punktami pomiarowymi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3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295" y="2660904"/>
            <a:ext cx="6028879" cy="41970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0970"/>
            <a:ext cx="5742431" cy="400358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l-PL" dirty="0" smtClean="0"/>
              <a:t>Zbliżenie na IEC i funkcje logistyczna</a:t>
            </a:r>
            <a:br>
              <a:rPr lang="pl-PL" dirty="0" smtClean="0"/>
            </a:b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968721" y="1690688"/>
            <a:ext cx="6663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Obecnie obie funkcje pokazują lepszą krzywą dla WTG15 przed nałożeniem powłoki LEP, może to wynikać z niewystarczającej liczby pomiarów – wyjaśniam na następnej stronie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09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7297" y="356072"/>
            <a:ext cx="10515600" cy="1325563"/>
          </a:xfrm>
        </p:spPr>
        <p:txBody>
          <a:bodyPr/>
          <a:lstStyle/>
          <a:p>
            <a:r>
              <a:rPr lang="pl-PL" dirty="0" smtClean="0"/>
              <a:t>Rozkład</a:t>
            </a:r>
            <a:br>
              <a:rPr lang="pl-PL" dirty="0" smtClean="0"/>
            </a:br>
            <a:r>
              <a:rPr lang="pl-PL" dirty="0" smtClean="0"/>
              <a:t>wiatrów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196" y="356072"/>
            <a:ext cx="9279948" cy="6396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681635"/>
            <a:ext cx="25898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Jak widać nie tylko absolutny (wynikajacy z krótkiego czasu pomiaru) ale też procentowy udział wiatrów o dużej prędkości (od 12.5 m/s) jest najmniejszy dla WTG15 z LEP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smtClean="0"/>
              <a:t>Do tego dochodzi </a:t>
            </a:r>
            <a:r>
              <a:rPr lang="pl-PL" dirty="0" smtClean="0"/>
              <a:t>sezonowość - </a:t>
            </a:r>
            <a:r>
              <a:rPr lang="pl-PL" dirty="0" smtClean="0"/>
              <a:t>być może wiatry </a:t>
            </a:r>
            <a:r>
              <a:rPr lang="pl-PL" dirty="0" smtClean="0"/>
              <a:t>jesienią i zimą były </a:t>
            </a:r>
            <a:r>
              <a:rPr lang="pl-PL" dirty="0" smtClean="0"/>
              <a:t>bardziej zmienne, przez co ciężej o </a:t>
            </a:r>
            <a:r>
              <a:rPr lang="pl-PL" dirty="0" smtClean="0"/>
              <a:t>wysoką </a:t>
            </a:r>
            <a:r>
              <a:rPr lang="pl-PL" dirty="0" smtClean="0"/>
              <a:t>produkcje (?)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13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</TotalTime>
  <Words>301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Performance of the new LEP system on WTG15</vt:lpstr>
      <vt:lpstr>Data filtering</vt:lpstr>
      <vt:lpstr>Pomiary po filtrowaniu </vt:lpstr>
      <vt:lpstr>Wyprodukowana moc </vt:lpstr>
      <vt:lpstr>Krzywa mocy  </vt:lpstr>
      <vt:lpstr>Model IEC wraz z punktami pomiarowymi</vt:lpstr>
      <vt:lpstr>Zbliżenie na IEC i funkcje logistyczna </vt:lpstr>
      <vt:lpstr>Rozkład wiatrów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Side-by-Side analysis Impact of the new LEP system</dc:title>
  <dc:creator>Microsoft account</dc:creator>
  <cp:lastModifiedBy>Microsoft account</cp:lastModifiedBy>
  <cp:revision>81</cp:revision>
  <dcterms:created xsi:type="dcterms:W3CDTF">2024-12-14T14:25:48Z</dcterms:created>
  <dcterms:modified xsi:type="dcterms:W3CDTF">2026-01-21T21:50:57Z</dcterms:modified>
</cp:coreProperties>
</file>